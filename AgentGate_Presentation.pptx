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E5E7EB"/>
                </a:solidFill>
                <a:latin typeface="Calibri"/>
              </a:defRPr>
            </a:pPr>
            <a:r>
              <a:t>AgentGate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5CF6"/>
                </a:solidFill>
                <a:latin typeface="Calibri"/>
              </a:defRPr>
            </a:pPr>
            <a:r>
              <a:t>Pay-per-call API Marketplace for Human-Backed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ETHGlobal Cannes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Built on Hedera  ×  World AgentKit  ×  x402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0292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AI agents need APIs (OpenAI, data feeds, tools) but can't subscribe or pay like humans</a:t>
            </a:r>
          </a:p>
          <a:p>
            <a:pPr>
              <a:spcAft>
                <a:spcPts val="80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API publishers have no way to monetize per-call without building payment infrastructure</a:t>
            </a:r>
          </a:p>
          <a:p>
            <a:pPr>
              <a:spcAft>
                <a:spcPts val="80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No way to distinguish human-backed agents from spam bots at the API level</a:t>
            </a:r>
          </a:p>
          <a:p>
            <a:pPr>
              <a:spcAft>
                <a:spcPts val="80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Without identity: rate abuse, no trust, no fair pricing</a:t>
            </a:r>
          </a:p>
          <a:p>
            <a:pPr>
              <a:spcAft>
                <a:spcPts val="80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Result: walled gardens, no open agent economy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AgentGate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5CF6"/>
                </a:solidFill>
                <a:latin typeface="Calibri"/>
              </a:defRPr>
            </a:pPr>
            <a:r>
              <a:t>Any publisher lists their API. Any agent pays per call. Human identity optional.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Publisher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Provides backend URL + API key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Sets price per call (USD → HBAR)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Optionally requires WorldID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Gets an AgentGate proxy URL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API key never exposed to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259EF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918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Discovers endpoint in registry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Calls proxy URL → gets 402 challenge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Pays HBAR on Hedera (3s finality)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If WorldID verified: 3 free calls first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→ Gets API response — zero setup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94360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59436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45720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259EF"/>
                </a:solidFill>
                <a:latin typeface="Calibri"/>
              </a:defRPr>
            </a:pPr>
            <a:r>
              <a:t>World AgentKit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Human-backed agents get privileged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Per-endpoint WorldID toggle — publishers decide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createAgentBookVerifier() → real World Chain lookup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SIWE signing via formatSIWEMessage()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Verified agents → 3 free API calls (free-trial)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After free-trial → pay HBAR like everyone else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Unverified agents → pay from call #1 or blocked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InMemoryAgentKitStorage pattern (DB-ready)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259EF"/>
                </a:solidFill>
                <a:latin typeface="Calibri"/>
              </a:defRPr>
            </a:pPr>
            <a:r>
              <a:t>Agent 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0175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1. Agent sends agentkit header (SIWE proof)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2. Server validates signature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3. AgentBook lookup on World Chain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4. ✅ In AgentBook → free-trial (3 calls)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5. ❌ Not in AgentBook → must pay HBAR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6. Publisher controls: WorldID on/off per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Not mocked — real AgentBook verification on World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4572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6E"/>
                </a:solidFill>
                <a:latin typeface="Calibri"/>
              </a:defRPr>
            </a:pPr>
            <a:r>
              <a:t>x402 Payments on Hedera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Real HBAR micropayments —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HTTP 402 Payment Required — industry standard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Prices in USD, settled in HBAR (live Mirror Node rate)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Payment verification via Mirror Node REST API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mirror.hedera.com/api/v1/contracts/results/{txHash}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3-second finality — agent pays and gets response in ~5s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Replay protection (used tx hash tracking)</a:t>
            </a: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  <a:latin typeface="Calibri"/>
              </a:defRPr>
            </a:pPr>
            <a:r>
              <a:t>All transactions verifiable on HashScan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6E"/>
                </a:solidFill>
                <a:latin typeface="Calibri"/>
              </a:defRPr>
            </a:pPr>
            <a:r>
              <a:t>Live on Hedera Testnet: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0175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PublisherRegistry: 0xFBCee3E3...89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AgentGatePaymaster: 0xfbC79b8d...a1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EntryPoint v0.7: 0x00000000717...32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Real HBAR spent in demo: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Weather API: ~0.115 HBAR/call ($0.01)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Price Feed:  ~0.058 HBAR/call ($0.005)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OpenAI proxy: ~2.3 HBAR/call ($0.20)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15600" y="4572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6E"/>
                </a:solidFill>
                <a:latin typeface="Calibri"/>
              </a:defRPr>
            </a:pPr>
            <a:r>
              <a:t>PublisherRegistry.sol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registerEndpoint(url, price, paymaster)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On-chain endpoint CRUD + call tracking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Per-endpoint: price, active status, revenue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Publisher ownership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Deployed: 0xFBCee3E39A...6189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AgentGatePaymaster.sol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ERC-4337 v0.7 shared paymaster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Per-endpoint gas budgets (endpointBalance)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Configurable gas share % (0-100%)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fundAndSetGasShare(url, bps) payable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paymasterAndData[52:84] = endpointHash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Deployed: 0xfbC79b8d8b...62a1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30/30 tests passing (Hardhat + Chai) — all on Hedera Testnet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Publisher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React + Vite — connects to MetaMask, reads on-chain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📝 Publish Tab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Endpoint name, backend URL, auth headers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Price per call (USD → HBAR)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Gas budget deposit + share %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WorldID toggle per endpoint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Auto-assigned proxy URL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⚙️ Manage Tab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Call stats (total, free-trial, paid, agents)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Gas budget top-up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Proxy config (backend URL, headers)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📊 Dashboard Tab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Live chain data (contracts, balances)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Registered endpoints with WorldID badges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Endpoint names + prices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⚡ Flow Tab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  — Visual x402 flow diagram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🔗 All contract links → HashScan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Calibri"/>
              </a:defRPr>
            </a:pPr>
            <a:r>
              <a:t>🔗 All tx hashes → verifiable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18320" y="45720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Live Demo —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DE80"/>
                </a:solidFill>
                <a:latin typeface="Calibri"/>
              </a:defRPr>
            </a:pPr>
            <a:r>
              <a:t>Everything real — HBAR on testnet, OpenAI API, World Chain AgentBook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8888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Agent calls /api/proxy/2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34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HTTP 402 (pay 0.23 HBAR)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54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259E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54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Agent signs SIWE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8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WorldID AgentKit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6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Agent sends 0.23 HBAR on Hedera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023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tx confirmed in 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Agent retries with payment + agentkit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HTTP 200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AgentGate forwards to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API key injected server-side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E7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E7EB"/>
                </a:solidFill>
                <a:latin typeface="Calibri"/>
              </a:defRPr>
            </a:pPr>
            <a:r>
              <a:t>OpenAI responds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→ "Hello, how are you?"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6E"/>
                </a:solidFill>
                <a:latin typeface="Calibri"/>
              </a:defRPr>
            </a:pPr>
            <a:r>
              <a:t>Verifiable on HashScan: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089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Registry deploy tx: 0x062c3f7d...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Paymaster deploy tx: 0x9b88f4be...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registerEndpoint tx: 0x1801b7a8...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fundAndSetGasShare tx: 0xe7ce811b...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Agent HBAR payment: 0xf7b32626...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Agent balance: started 99.67 HBAR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After 3 calls: 98.25 HBAR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Calibri"/>
              </a:defRPr>
            </a:pPr>
            <a:r>
              <a:t>Real money, real blockchain.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18320" y="45720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┌──────────┐          ┌────────────────────┐          ┌──────────────┐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59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│          │   402    │                    │  forward  │              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06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│  Agent   │ ───────→ │    AgentGate       │ ────────→ │  OpenAI /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54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│          │ ← pay →  │    (Hono + x402)   │ ← resp ← │  Any API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└──────────┘          └─────────┬──────────┘          └──────────────┘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                            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               ┌────────────────┼────────────────┐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439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               │                │             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914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        PublisherRegistry   Paymaster      World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ourier New"/>
              </a:defRPr>
            </a:pPr>
            <a:r>
              <a:t>        (Hedera Testnet)   (ERC-4337)    (AgentBook)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alibri"/>
              </a:defRPr>
            </a:pPr>
            <a:r>
              <a:t>Stack: Hono · Viem · Hardhat · React · Vite · x402 · @worldcoin/agentkit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7EB"/>
                </a:solidFill>
                <a:latin typeface="Calibri"/>
              </a:defRPr>
            </a:pPr>
            <a:r>
              <a:t>Why AgentGate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259EF"/>
                </a:solidFill>
                <a:latin typeface="Calibri"/>
              </a:defRPr>
            </a:pPr>
            <a:r>
              <a:t>For World Prize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AgentKit integrated — not just World ID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SIWE signing + AgentBook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Free-trial for human-backed agents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Per-endpoint WorldID toggle (publisher choice)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Distinguishes humans from bots at API level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Real World Chain lookups — zero mocks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6E"/>
                </a:solidFill>
                <a:latin typeface="Calibri"/>
              </a:defRPr>
            </a:pPr>
            <a:r>
              <a:t>For Hedera Prize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x402 payment protocol on Hedera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Real HBAR payments (testnet, verifiable)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Mirror Node payment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2 Solidity contracts deployed + 30 tests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ERC-4337 paymaster with gas sponsorship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  <a:latin typeface="Calibri"/>
              </a:defRPr>
            </a:pPr>
            <a:r>
              <a:t>✅ Pay-per-request API access for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AgentGate is the bridge: World verifies who you are. Hedera handles how you pay.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5E7EB"/>
                </a:solidFill>
                <a:latin typeface="Calibri"/>
              </a:defRPr>
            </a:pPr>
            <a:r>
              <a:t>AgentGate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5CF6"/>
                </a:solidFill>
                <a:latin typeface="Calibri"/>
              </a:defRPr>
            </a:pPr>
            <a:r>
              <a:t>Pay-per-call API Marketplace for Human-Backed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github.com/sliponit/agentgate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5303520"/>
            <a:ext cx="1005840" cy="292608"/>
          </a:xfrm>
          <a:prstGeom prst="roundRect">
            <a:avLst/>
          </a:prstGeom>
          <a:solidFill>
            <a:srgbClr val="1A112F"/>
          </a:solidFill>
          <a:ln w="12700">
            <a:solidFill>
              <a:srgbClr val="825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8259EF"/>
                </a:solidFill>
              </a:defRPr>
            </a:pPr>
            <a:r>
              <a:t>🟣 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5303520"/>
            <a:ext cx="1005840" cy="292608"/>
          </a:xfrm>
          <a:prstGeom prst="roundRect">
            <a:avLst/>
          </a:prstGeom>
          <a:solidFill>
            <a:srgbClr val="002A16"/>
          </a:solidFill>
          <a:ln w="12700">
            <a:solidFill>
              <a:srgbClr val="00D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D46E"/>
                </a:solidFill>
              </a:defRPr>
            </a:pPr>
            <a:r>
              <a:t>🟢 Hedera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